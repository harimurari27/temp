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2926080" cy="2926080"/>
          </a:xfrm>
          <a:prstGeom prst="ellipse">
            <a:avLst/>
          </a:prstGeom>
          <a:solidFill>
            <a:srgbClr val="0E7C86">
              <a:alpha val="20000"/>
            </a:srgbClr>
          </a:solidFill>
          <a:ln w="12700">
            <a:solidFill>
              <a:srgbClr val="0E7C8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17BEBB">
              <a:alpha val="30000"/>
            </a:srgbClr>
          </a:solidFill>
          <a:ln w="12700">
            <a:solidFill>
              <a:srgbClr val="17BEB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SREENIDHI INSTITUTE OF SCIENCE AND TECHNOLOGY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Web-Based Hospital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7B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Django-Powered Modern Healthcare Administration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50292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27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Hari Murari  ·  R. Rohini  ·  R. Vikitha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Mrs. Ch. Lavanya, Asst. Professor | Dept. of CSE  |  AY 2025–2026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Technology in Computer Science &amp; Engineering  •  2022–2026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0292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990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990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Introduction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30552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30552"/>
            <a:ext cx="50292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951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2951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26664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26664"/>
            <a:ext cx="50292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1912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1912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22776"/>
            <a:ext cx="50292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0873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234440"/>
            <a:ext cx="50292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3990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13990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Admin · Doctor · Patient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130552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130552"/>
            <a:ext cx="50292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2951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2951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026664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026664"/>
            <a:ext cx="50292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1912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40680" y="31912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Results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922776"/>
            <a:ext cx="411480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922776"/>
            <a:ext cx="50292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40680" y="40873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0972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2606040"/>
            <a:ext cx="256032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2743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 need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efficient, integrated digital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to replace slow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274320"/>
            <a:ext cx="256032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274320"/>
            <a:ext cx="256032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411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777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files — difficult to store, retrieve, and prone to loss or damage.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"/>
            <a:ext cx="2560320" cy="2011680"/>
          </a:xfrm>
          <a:prstGeom prst="rect">
            <a:avLst/>
          </a:prstGeom>
          <a:solidFill>
            <a:srgbClr val="E8F4F5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74320"/>
            <a:ext cx="256032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411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777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work in silos — lab, pharmacy, billing have no real-time connection.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2560320"/>
            <a:ext cx="2560320" cy="2011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2560320"/>
            <a:ext cx="256032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Chaos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3063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 causes double bookings, long queues and wait times.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560320"/>
            <a:ext cx="2560320" cy="2011680"/>
          </a:xfrm>
          <a:prstGeom prst="rect">
            <a:avLst/>
          </a:prstGeom>
          <a:solidFill>
            <a:srgbClr val="E8F4F5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560320"/>
            <a:ext cx="256032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Risk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3063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Unprotected records expose sensitive patient information to unauthorized access.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HMS is designed to achieve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051560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for all patient, doctor &amp; hospital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64008" cy="1051560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Appointments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booking, rescheduling &amp; cancellation with zero conflicts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402336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23160"/>
            <a:ext cx="64008" cy="1051560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14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Automation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2898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transparent invoice generation for all services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23160"/>
            <a:ext cx="64008" cy="1051560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514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898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for Admin, Doctors, and Patients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02336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57600"/>
            <a:ext cx="64008" cy="1051560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Multi-Department Integration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Lab, pharmacy, reception &amp; billing seamlessly connected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02336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57600"/>
            <a:ext cx="64008" cy="1051560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Platform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future expansion: mobile apps, ML, cloud support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 vs  PROPOSED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840480" cy="38862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38404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332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EXISTING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paper-based record keeping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department integration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scheduling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0815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data loss or misplacement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5844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security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0873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errors &amp; manual calculation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0" y="1005840"/>
            <a:ext cx="3840480" cy="38862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005840"/>
            <a:ext cx="38404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0332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PROPOSED SYSTEM (HMS)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66360" y="15727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digital database (MySQL)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66360" y="20756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departments integrated in real-time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66360" y="25786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appointment booking system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66360" y="30815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cloud-ready data storage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66360" y="35844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Admin/Doctor/Patient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66360" y="40873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accurate billing &amp; PDF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60520" y="2468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 Architecture — Model · View · Template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82880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182880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947672"/>
            <a:ext cx="64008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828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1417320"/>
            <a:ext cx="3108960" cy="3200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1417320"/>
            <a:ext cx="310896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554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BACKEND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120" y="2011680"/>
            <a:ext cx="26517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057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(View)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331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788920"/>
            <a:ext cx="26517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(Controller)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108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· URL Routing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566160"/>
            <a:ext cx="26517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(Data)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886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· Database Queries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947672"/>
            <a:ext cx="64008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828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554480"/>
            <a:ext cx="182880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1554480"/>
            <a:ext cx="182880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  |  CSRF Protection  |  Form Validation  |  PDF Export  |  Email 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24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doctor registrations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0025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appointments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404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payments &amp; billing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807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hospital records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2095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management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611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reports &amp; analytics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40142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for doctors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4416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case prioritization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024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MODULE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patient list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37560" y="20025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full patient history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37560" y="2404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prescriptions digitally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37560" y="2807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lab/medical tests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37560" y="32095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diagnoses &amp; notes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37560" y="3611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appointment schedule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40142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lab results instantly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37560" y="4416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patient progress over time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100584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024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MODULE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create account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63640" y="20025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Book/manage appointments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63640" y="2404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medical reports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63640" y="2807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prescribed medications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63640" y="32095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online payments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63640" y="3611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reports as PDF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63640" y="40142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billing &amp; payment history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63640" y="4416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appointment reminders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64592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051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600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logic, automation, data processing, secure &amp; scalable.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164592" cy="10972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051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10912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10912" y="1600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 architecture, ORM, built-in admin, CSRF protection, fast dev.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023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40280"/>
            <a:ext cx="16459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331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" y="2651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2880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for patients, doctors, appointments &amp; billing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023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164592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2331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10912" y="2651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10912" y="2880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user interface for all roles — clean and intuitive.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4023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20440"/>
            <a:ext cx="164592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3611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1792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" y="4160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development environment with IntelliSense &amp; debugging.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023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0440"/>
            <a:ext cx="164592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3611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Email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10912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10912" y="4160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in PDF format, email notifications for doctors.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&amp;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65960" cy="12801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96596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704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Doctor · Patient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051560"/>
            <a:ext cx="1965960" cy="12801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051560"/>
            <a:ext cx="196596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1704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23160" y="1719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browser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1965960" cy="12801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51560"/>
            <a:ext cx="196596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1704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72000" y="1719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Ready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reports downloadable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1051560"/>
            <a:ext cx="1965960" cy="12801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051560"/>
            <a:ext cx="196596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1704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720840" y="17190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Backend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relational 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606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login with secure authentication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54880" y="2606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with doctor availability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5760" y="3063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approves/rejects patient appointments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54880" y="3063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view &amp; manage patient health records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65760" y="3520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upload &amp; download medical reports (PDF)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54880" y="3520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sent on doctor registration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65760" y="3977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tracking with billing management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54880" y="3977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&amp; file handling restrictions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65760" y="4434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for structured data management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54880" y="4434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for future enhancements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E7C86">
              <a:alpha val="12000"/>
            </a:srgbClr>
          </a:solidFill>
          <a:ln w="12700">
            <a:solidFill>
              <a:srgbClr val="0E7C8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Web-Based Hospital Management System successfully automates and integrates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— reducing manual effort, minimizing errors, and improving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care through a secure, scalable Django platform.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B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02336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468880"/>
            <a:ext cx="91440" cy="566928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23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for appointments, tests &amp; critical updates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402336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2468880"/>
            <a:ext cx="91440" cy="566928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523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770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medical history stored and synced on cloud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63824"/>
            <a:ext cx="402336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163824"/>
            <a:ext cx="91440" cy="566928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18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465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 app for patients and doctors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163824"/>
            <a:ext cx="402336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3163824"/>
            <a:ext cx="91440" cy="566928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218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Decision Support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465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diagnosis assistance and predictive analytics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58768"/>
            <a:ext cx="402336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858768"/>
            <a:ext cx="91440" cy="566928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913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consultations between patients and doctors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858768"/>
            <a:ext cx="402336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858768"/>
            <a:ext cx="91440" cy="566928"/>
          </a:xfrm>
          <a:prstGeom prst="rect">
            <a:avLst/>
          </a:prstGeom>
          <a:solidFill>
            <a:srgbClr val="17BEBB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913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System Integration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4160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 with external lab result portals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Web-Based HMS  ·  Dept. of CSE  ·  Sreenidhi Institute of Science and Technology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Web-Based Hospital Management System</dc:title>
  <dc:subject>PptxGenJS Presentation</dc:subject>
  <dc:creator>PptxGenJS</dc:creator>
  <cp:lastModifiedBy>PptxGenJS</cp:lastModifiedBy>
  <cp:revision>1</cp:revision>
  <dcterms:created xsi:type="dcterms:W3CDTF">2026-04-24T19:34:43Z</dcterms:created>
  <dcterms:modified xsi:type="dcterms:W3CDTF">2026-04-24T19:34:43Z</dcterms:modified>
</cp:coreProperties>
</file>